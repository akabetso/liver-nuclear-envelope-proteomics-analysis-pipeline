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6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96758-7F12-44D0-A2D9-64F0EBD67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4A5B4A-2538-4A5A-9020-3FBB101D6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574F8E-7354-4185-9CA9-BA56BAE68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1275-F635-4D1E-8E69-097FEAB7179D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3B672A-E0CB-4BFD-AE34-2274C9F46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BC069-A68D-4A44-91B9-8C3D0624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3C3D-83BA-49F6-94EA-86496A5D17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812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8A26B1-5651-46BC-9614-1D7224C6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A008C9-EBCE-4405-B108-EE3BF14BD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EAD905-5190-4B5F-85B4-F015037D2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1275-F635-4D1E-8E69-097FEAB7179D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76972A-DCA5-4F70-A712-C70D462A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38D482-178F-4115-97C2-0F78CD51F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3C3D-83BA-49F6-94EA-86496A5D17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860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89A65-10A7-4F24-BE62-0EE454065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CE1952-0207-4752-AF42-F1D5C09C8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940F40-A058-4CCE-AD2E-523A21E7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1275-F635-4D1E-8E69-097FEAB7179D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61DEFD-6294-417D-B1A8-8A79E8CD4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D432EE-854C-45DF-A0BF-0578A34C8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3C3D-83BA-49F6-94EA-86496A5D17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75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EB3DA2-181E-4DFA-8B94-82FDF466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06CAAE-7410-48E6-902F-D116E241E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FD3DE5C-1C5F-4407-B01E-7CC16D392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7EE1FF-4F8A-44FB-98EE-EA8F7A3F3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1275-F635-4D1E-8E69-097FEAB7179D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1B44E3-9155-46E1-94C3-E21912458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A0E127-4D60-48BF-8950-4FBB9313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3C3D-83BA-49F6-94EA-86496A5D17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3312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D4330-B252-46E4-9A97-BE2A51FA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8E0AF0-155D-4F62-84BF-475AB8B64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C9A39B1-EDE9-465A-A8DB-BDD7A144D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B770FAE-7E10-4469-AFD1-7929EDF0C5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A8F026B-4EC0-4934-88C6-DECCA435A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BD3C14B-CFCF-4E7C-A1DF-437172FA2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1275-F635-4D1E-8E69-097FEAB7179D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4F4148C-8B56-45C7-951C-69241FC26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6EA681B-01FC-4FB5-A913-C270151AA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3C3D-83BA-49F6-94EA-86496A5D17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0318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FE80C-5E2A-429A-B999-D1289EC5F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4A428C2-AE5A-44BA-945B-39B8C351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1275-F635-4D1E-8E69-097FEAB7179D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818D3CC-0DBA-4E4B-B942-B4EF3FBA3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C18C776-1998-49E3-8D12-0A0F9CD4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3C3D-83BA-49F6-94EA-86496A5D17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7299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38004F9-9DF2-4E65-9CC5-B2BEFEB66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1275-F635-4D1E-8E69-097FEAB7179D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CA4C4CB-B7AB-4594-B7A7-55BAB88D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616291-55C3-4ADC-9DB8-BBEFA8950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3C3D-83BA-49F6-94EA-86496A5D17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9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ED1D98-0A32-4E71-A73C-50342506E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7413B4-9853-4FD9-A535-738C0BE75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85D824-84A9-4986-864F-5B313F4AB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103978-9F75-4C08-BF0E-85E012CF5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1275-F635-4D1E-8E69-097FEAB7179D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9DFCF7-510C-4330-BAED-A54A35AA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B6685E-676C-4966-BFBD-977BBA7A5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3C3D-83BA-49F6-94EA-86496A5D17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33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DAE460-E566-4BE3-8287-A651436B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8E3D316-A0EA-4CA0-AD94-6DF2E49B8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171DFD-5AF8-4EB0-A4F8-B8E6193D8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23D3993-1EFE-4A0D-AC9D-60FB25BBE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1275-F635-4D1E-8E69-097FEAB7179D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96FD5D-B5E0-4777-9601-9A09AA9CD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A4DAAE-1B83-492D-972C-E4AF99E59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3C3D-83BA-49F6-94EA-86496A5D17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735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57972E-A367-4544-B1B3-D71D7A4C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6BED217-9896-4AA7-8755-A41B83D18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3B1C7C-B342-4AA4-AC1C-98F6B567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1275-F635-4D1E-8E69-097FEAB7179D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F74215-FFF8-4359-974F-AA3EFCCB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8E7C6C-472A-430C-BF6E-B51C336C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3C3D-83BA-49F6-94EA-86496A5D17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669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8E3C98C-0C78-4682-8C04-4028EF1BC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96234CA-DEC6-460E-B030-8E7689763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1FD337-8C2D-47B5-8A2E-0E749EF08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81275-F635-4D1E-8E69-097FEAB7179D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D6857B-1FFB-41C4-B6D9-6C80280D2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5B3CB4-D881-45F1-B81B-3ABFE0D0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83C3D-83BA-49F6-94EA-86496A5D17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5819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72332CF-F95F-4197-A77D-2F720015D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1C8D4F-77F5-4BCC-B988-4E467045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D07576-CE7D-4662-ACCE-38C51B29E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81275-F635-4D1E-8E69-097FEAB7179D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BB07BA-AB44-462E-A06B-0A7DC3704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5F8FBB-081E-4AB1-B817-50A2ABD4F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83C3D-83BA-49F6-94EA-86496A5D17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09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591925-188C-43BF-8A7C-B60AD3C700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Nuclear proteins circadian analysis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16F748-1E05-484D-BEA8-9429EE9329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26 November</a:t>
            </a:r>
            <a:r>
              <a:rPr lang="fr-FR" dirty="0"/>
              <a:t> 2025</a:t>
            </a:r>
          </a:p>
          <a:p>
            <a:r>
              <a:rPr lang="fr-FR" dirty="0"/>
              <a:t>Desmond Nde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327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2C441-6173-43AF-9822-14EF0D6E0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210" y="203886"/>
            <a:ext cx="3954163" cy="597115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Wildtype vs </a:t>
            </a:r>
            <a:r>
              <a:rPr lang="en-US" sz="4000" dirty="0" err="1"/>
              <a:t>Perko</a:t>
            </a:r>
            <a:endParaRPr lang="fr-FR" sz="4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ED7385-AEBF-4305-9331-5F4EAF5C3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51" y="895864"/>
            <a:ext cx="3653481" cy="548022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F623C7F-99E8-4B64-A8F4-975510EEA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783" y="971549"/>
            <a:ext cx="3552567" cy="532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06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2C441-6173-43AF-9822-14EF0D6E0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495" y="10069"/>
            <a:ext cx="7525266" cy="597115"/>
          </a:xfrm>
        </p:spPr>
        <p:txBody>
          <a:bodyPr>
            <a:normAutofit/>
          </a:bodyPr>
          <a:lstStyle/>
          <a:p>
            <a:r>
              <a:rPr lang="en-US" sz="2800" dirty="0"/>
              <a:t>Wildtype vs </a:t>
            </a:r>
            <a:r>
              <a:rPr lang="en-US" sz="2800" dirty="0" err="1"/>
              <a:t>Perko</a:t>
            </a:r>
            <a:r>
              <a:rPr lang="en-US" sz="2800" dirty="0"/>
              <a:t> – reference proteins</a:t>
            </a:r>
            <a:endParaRPr lang="fr-FR" sz="28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FFCA56C-488F-4194-802B-14BD2A5EB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86" y="5052839"/>
            <a:ext cx="2582949" cy="129147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F786EB8-59FC-40D8-881B-808BC26D9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559" y="801001"/>
            <a:ext cx="3043880" cy="152194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BEB4DEE-2854-4F43-A737-83D6EC7EA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70" y="914392"/>
            <a:ext cx="2725989" cy="136299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BD3844A-FE56-4BF5-A5B0-F18E8D0BDF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439" y="755446"/>
            <a:ext cx="2994954" cy="149747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5B0BECA-9C85-4F2E-9B9A-C1DDEE7905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441" y="755446"/>
            <a:ext cx="2903845" cy="145192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81E4FEF-8A0C-4531-B074-9C60213286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720" y="5029345"/>
            <a:ext cx="2799566" cy="1399783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01E7750A-4278-4E7A-B5E1-BBC4B015B5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769" y="4885751"/>
            <a:ext cx="3150978" cy="1575489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6D65798-C4E9-4AA7-A1E7-4DBB23228D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505" y="2831750"/>
            <a:ext cx="2778496" cy="1399783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5373BA72-159F-4214-93F0-9AB6EAA04D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15" y="4944533"/>
            <a:ext cx="3138816" cy="1569408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3D68BC4E-E9AB-4667-B087-E97388A7D3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3" y="2745688"/>
            <a:ext cx="3150978" cy="1575489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005FCA3B-DC3A-491B-815E-0DEC3C792F6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541" y="2842257"/>
            <a:ext cx="2908319" cy="1454160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159A5A43-17D3-4E53-9850-C479B77967A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273" y="2745688"/>
            <a:ext cx="3150980" cy="157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194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16F85CAE-4427-454E-8F00-696B32AFC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430" y="115102"/>
            <a:ext cx="8409348" cy="597115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Wildtype vs </a:t>
            </a:r>
            <a:r>
              <a:rPr lang="en-US" sz="2800" dirty="0" err="1"/>
              <a:t>Perko</a:t>
            </a:r>
            <a:r>
              <a:rPr lang="en-US" sz="2800" dirty="0"/>
              <a:t> – Negative feedback complex and phasor</a:t>
            </a:r>
            <a:endParaRPr lang="fr-FR" sz="28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EAFD923-9598-470B-891E-5D41270D4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83" y="3910913"/>
            <a:ext cx="5264001" cy="2632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A33AD62-6624-48C0-90D4-DE27A4990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83" y="1118286"/>
            <a:ext cx="5078635" cy="2539317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CC791E3E-2A26-4450-85FB-965E91664C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576" y="506467"/>
            <a:ext cx="3212624" cy="3212624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0DEE903-B6E6-47DA-947D-15F0711FCD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475" y="3157161"/>
            <a:ext cx="3385752" cy="338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099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31729</TotalTime>
  <Words>27</Words>
  <Application>Microsoft Office PowerPoint</Application>
  <PresentationFormat>Grand écran</PresentationFormat>
  <Paragraphs>6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Nuclear proteins circadian analysis</vt:lpstr>
      <vt:lpstr>Wildtype vs Perko</vt:lpstr>
      <vt:lpstr>Wildtype vs Perko – reference proteins</vt:lpstr>
      <vt:lpstr>Wildtype vs Perko – Negative feedback complex and phasor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Nuclear proteins circadian analysis</dc:title>
  <dc:creator>Nde Desmond</dc:creator>
  <cp:lastModifiedBy>Nde Desmond</cp:lastModifiedBy>
  <cp:revision>5</cp:revision>
  <dcterms:created xsi:type="dcterms:W3CDTF">2025-11-26T14:17:18Z</dcterms:created>
  <dcterms:modified xsi:type="dcterms:W3CDTF">2025-12-18T15:06:22Z</dcterms:modified>
</cp:coreProperties>
</file>